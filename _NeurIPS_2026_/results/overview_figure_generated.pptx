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972800" cy="73152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showSpecialPlsOnTitleSld="1" rtl="0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outlineViewPr/>
  <p:notesTextViewPr/>
  <p:sorterViewPr/>
  <p:guideLst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verview 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Figure</dc:title>
  <dc:creator>OpenAI Codex</dc:creator>
  <cp:lastModifiedBy>OpenAI Codex</cp:lastModifiedBy>
  <dcterms:created xsi:type="dcterms:W3CDTF">2026-05-05T05:00:41Z</dcterms:created>
  <dcterms:modified xsi:type="dcterms:W3CDTF">2026-05-05T05:00:41Z</dcterms:modified>
</cp:coreProperties>
</file>